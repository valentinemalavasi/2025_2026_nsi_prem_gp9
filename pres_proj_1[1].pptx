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777A8"/>
    <a:srgbClr val="FFDC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ntine MALAVASI" userId="e84d8e0d97461b34" providerId="LiveId" clId="{C3CA12E7-B721-4B10-87DF-26BB4899F276}"/>
    <pc:docChg chg="custSel addSld delSld modSld">
      <pc:chgData name="Valentine MALAVASI" userId="e84d8e0d97461b34" providerId="LiveId" clId="{C3CA12E7-B721-4B10-87DF-26BB4899F276}" dt="2025-11-23T14:12:35.495" v="173" actId="1076"/>
      <pc:docMkLst>
        <pc:docMk/>
      </pc:docMkLst>
      <pc:sldChg chg="addSp delSp modSp mod">
        <pc:chgData name="Valentine MALAVASI" userId="e84d8e0d97461b34" providerId="LiveId" clId="{C3CA12E7-B721-4B10-87DF-26BB4899F276}" dt="2025-11-23T14:12:21.711" v="170" actId="1076"/>
        <pc:sldMkLst>
          <pc:docMk/>
          <pc:sldMk cId="3628820556" sldId="257"/>
        </pc:sldMkLst>
        <pc:picChg chg="add mod">
          <ac:chgData name="Valentine MALAVASI" userId="e84d8e0d97461b34" providerId="LiveId" clId="{C3CA12E7-B721-4B10-87DF-26BB4899F276}" dt="2025-11-23T14:12:21.711" v="170" actId="1076"/>
          <ac:picMkLst>
            <pc:docMk/>
            <pc:sldMk cId="3628820556" sldId="257"/>
            <ac:picMk id="9" creationId="{CEBF2717-EBE0-47C3-4BBE-1346F55AB5A8}"/>
          </ac:picMkLst>
        </pc:picChg>
        <pc:picChg chg="del">
          <ac:chgData name="Valentine MALAVASI" userId="e84d8e0d97461b34" providerId="LiveId" clId="{C3CA12E7-B721-4B10-87DF-26BB4899F276}" dt="2025-11-23T14:12:15.342" v="168" actId="478"/>
          <ac:picMkLst>
            <pc:docMk/>
            <pc:sldMk cId="3628820556" sldId="257"/>
            <ac:picMk id="23" creationId="{97938B7D-FC27-9941-CBAB-C25A9C97B14C}"/>
          </ac:picMkLst>
        </pc:picChg>
      </pc:sldChg>
      <pc:sldChg chg="addSp delSp modSp mod">
        <pc:chgData name="Valentine MALAVASI" userId="e84d8e0d97461b34" providerId="LiveId" clId="{C3CA12E7-B721-4B10-87DF-26BB4899F276}" dt="2025-11-23T14:12:35.495" v="173" actId="1076"/>
        <pc:sldMkLst>
          <pc:docMk/>
          <pc:sldMk cId="1718305282" sldId="258"/>
        </pc:sldMkLst>
        <pc:spChg chg="mod">
          <ac:chgData name="Valentine MALAVASI" userId="e84d8e0d97461b34" providerId="LiveId" clId="{C3CA12E7-B721-4B10-87DF-26BB4899F276}" dt="2025-11-23T13:47:34.483" v="74" actId="20577"/>
          <ac:spMkLst>
            <pc:docMk/>
            <pc:sldMk cId="1718305282" sldId="258"/>
            <ac:spMk id="6" creationId="{543FEAA1-709A-F9AA-6028-E00C86618EB2}"/>
          </ac:spMkLst>
        </pc:spChg>
        <pc:picChg chg="add mod">
          <ac:chgData name="Valentine MALAVASI" userId="e84d8e0d97461b34" providerId="LiveId" clId="{C3CA12E7-B721-4B10-87DF-26BB4899F276}" dt="2025-11-23T14:12:35.495" v="173" actId="1076"/>
          <ac:picMkLst>
            <pc:docMk/>
            <pc:sldMk cId="1718305282" sldId="258"/>
            <ac:picMk id="5" creationId="{C22485FE-25A3-027D-07A6-66D62427174C}"/>
          </ac:picMkLst>
        </pc:picChg>
        <pc:picChg chg="del mod">
          <ac:chgData name="Valentine MALAVASI" userId="e84d8e0d97461b34" providerId="LiveId" clId="{C3CA12E7-B721-4B10-87DF-26BB4899F276}" dt="2025-11-23T14:12:29.784" v="171" actId="478"/>
          <ac:picMkLst>
            <pc:docMk/>
            <pc:sldMk cId="1718305282" sldId="258"/>
            <ac:picMk id="15" creationId="{8113D5D9-F2D5-FC2C-CF5A-6802EBE2158B}"/>
          </ac:picMkLst>
        </pc:picChg>
      </pc:sldChg>
      <pc:sldChg chg="modSp mod">
        <pc:chgData name="Valentine MALAVASI" userId="e84d8e0d97461b34" providerId="LiveId" clId="{C3CA12E7-B721-4B10-87DF-26BB4899F276}" dt="2025-11-23T13:49:50.336" v="113" actId="27636"/>
        <pc:sldMkLst>
          <pc:docMk/>
          <pc:sldMk cId="1681210036" sldId="259"/>
        </pc:sldMkLst>
        <pc:spChg chg="mod">
          <ac:chgData name="Valentine MALAVASI" userId="e84d8e0d97461b34" providerId="LiveId" clId="{C3CA12E7-B721-4B10-87DF-26BB4899F276}" dt="2025-11-23T13:49:50.336" v="113" actId="27636"/>
          <ac:spMkLst>
            <pc:docMk/>
            <pc:sldMk cId="1681210036" sldId="259"/>
            <ac:spMk id="3" creationId="{75298767-BBF6-A2BB-850D-73E7B2D1696D}"/>
          </ac:spMkLst>
        </pc:spChg>
        <pc:spChg chg="mod">
          <ac:chgData name="Valentine MALAVASI" userId="e84d8e0d97461b34" providerId="LiveId" clId="{C3CA12E7-B721-4B10-87DF-26BB4899F276}" dt="2025-11-23T13:48:37.756" v="101" actId="20577"/>
          <ac:spMkLst>
            <pc:docMk/>
            <pc:sldMk cId="1681210036" sldId="259"/>
            <ac:spMk id="4" creationId="{C4CBBD1D-1FAF-5797-A64A-23B1AB2F8D18}"/>
          </ac:spMkLst>
        </pc:spChg>
      </pc:sldChg>
      <pc:sldChg chg="modSp mod">
        <pc:chgData name="Valentine MALAVASI" userId="e84d8e0d97461b34" providerId="LiveId" clId="{C3CA12E7-B721-4B10-87DF-26BB4899F276}" dt="2025-11-23T13:52:25.959" v="167" actId="20577"/>
        <pc:sldMkLst>
          <pc:docMk/>
          <pc:sldMk cId="3777079938" sldId="260"/>
        </pc:sldMkLst>
        <pc:spChg chg="mod">
          <ac:chgData name="Valentine MALAVASI" userId="e84d8e0d97461b34" providerId="LiveId" clId="{C3CA12E7-B721-4B10-87DF-26BB4899F276}" dt="2025-11-23T13:52:25.959" v="167" actId="20577"/>
          <ac:spMkLst>
            <pc:docMk/>
            <pc:sldMk cId="3777079938" sldId="260"/>
            <ac:spMk id="3" creationId="{9345E22D-E654-CD64-ABA3-FDBAE7B96B1B}"/>
          </ac:spMkLst>
        </pc:spChg>
      </pc:sldChg>
      <pc:sldChg chg="delSp del mod">
        <pc:chgData name="Valentine MALAVASI" userId="e84d8e0d97461b34" providerId="LiveId" clId="{C3CA12E7-B721-4B10-87DF-26BB4899F276}" dt="2025-11-22T12:29:05.362" v="1" actId="47"/>
        <pc:sldMkLst>
          <pc:docMk/>
          <pc:sldMk cId="2535250484" sldId="261"/>
        </pc:sldMkLst>
        <pc:spChg chg="del">
          <ac:chgData name="Valentine MALAVASI" userId="e84d8e0d97461b34" providerId="LiveId" clId="{C3CA12E7-B721-4B10-87DF-26BB4899F276}" dt="2025-11-22T12:29:03.132" v="0" actId="478"/>
          <ac:spMkLst>
            <pc:docMk/>
            <pc:sldMk cId="2535250484" sldId="261"/>
            <ac:spMk id="4" creationId="{1D5BDE08-B990-220C-2617-022DBBB2E568}"/>
          </ac:spMkLst>
        </pc:spChg>
      </pc:sldChg>
      <pc:sldChg chg="addSp delSp modSp new mod setBg">
        <pc:chgData name="Valentine MALAVASI" userId="e84d8e0d97461b34" providerId="LiveId" clId="{C3CA12E7-B721-4B10-87DF-26BB4899F276}" dt="2025-11-22T12:31:49.868" v="12" actId="732"/>
        <pc:sldMkLst>
          <pc:docMk/>
          <pc:sldMk cId="3192468177" sldId="261"/>
        </pc:sldMkLst>
        <pc:spChg chg="del">
          <ac:chgData name="Valentine MALAVASI" userId="e84d8e0d97461b34" providerId="LiveId" clId="{C3CA12E7-B721-4B10-87DF-26BB4899F276}" dt="2025-11-22T12:31:39.990" v="11" actId="478"/>
          <ac:spMkLst>
            <pc:docMk/>
            <pc:sldMk cId="3192468177" sldId="261"/>
            <ac:spMk id="2" creationId="{1F4BDEB5-165A-1592-EA28-54F362A6765F}"/>
          </ac:spMkLst>
        </pc:spChg>
        <pc:spChg chg="del">
          <ac:chgData name="Valentine MALAVASI" userId="e84d8e0d97461b34" providerId="LiveId" clId="{C3CA12E7-B721-4B10-87DF-26BB4899F276}" dt="2025-11-22T12:31:38.340" v="10" actId="478"/>
          <ac:spMkLst>
            <pc:docMk/>
            <pc:sldMk cId="3192468177" sldId="261"/>
            <ac:spMk id="3" creationId="{8A54904D-B014-A27E-531C-3B09F82DD615}"/>
          </ac:spMkLst>
        </pc:spChg>
        <pc:picChg chg="add mod">
          <ac:chgData name="Valentine MALAVASI" userId="e84d8e0d97461b34" providerId="LiveId" clId="{C3CA12E7-B721-4B10-87DF-26BB4899F276}" dt="2025-11-22T12:31:49.868" v="12" actId="732"/>
          <ac:picMkLst>
            <pc:docMk/>
            <pc:sldMk cId="3192468177" sldId="261"/>
            <ac:picMk id="1026" creationId="{985D0F3E-D8A3-4D91-0012-B8E90223A88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8 200+ Binaire Stock Illustrations, graphiques vectoriels libre de droits  et Clip Art - iStock | Matrix, Informatique, Data">
            <a:extLst>
              <a:ext uri="{FF2B5EF4-FFF2-40B4-BE49-F238E27FC236}">
                <a16:creationId xmlns:a16="http://schemas.microsoft.com/office/drawing/2014/main" id="{C747BB00-3EAE-FEA2-B51A-7CB5C5246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69950" y="-260350"/>
            <a:ext cx="14453306" cy="765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D8190B16-FD72-A1B2-E333-CC1E2355EF82}"/>
              </a:ext>
            </a:extLst>
          </p:cNvPr>
          <p:cNvSpPr/>
          <p:nvPr/>
        </p:nvSpPr>
        <p:spPr>
          <a:xfrm>
            <a:off x="-1638300" y="-939800"/>
            <a:ext cx="15367000" cy="93091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800258" y="1931691"/>
                </a:moveTo>
                <a:cubicBezTo>
                  <a:pt x="8896448" y="1931691"/>
                  <a:pt x="8944542" y="2005911"/>
                  <a:pt x="8944542" y="2154352"/>
                </a:cubicBezTo>
                <a:lnTo>
                  <a:pt x="8944542" y="4291896"/>
                </a:lnTo>
                <a:cubicBezTo>
                  <a:pt x="8944542" y="4342959"/>
                  <a:pt x="8931182" y="4389273"/>
                  <a:pt x="8904464" y="4430836"/>
                </a:cubicBezTo>
                <a:cubicBezTo>
                  <a:pt x="8877744" y="4472399"/>
                  <a:pt x="8842416" y="4493181"/>
                  <a:pt x="8798477" y="4493181"/>
                </a:cubicBezTo>
                <a:cubicBezTo>
                  <a:pt x="8759288" y="4493181"/>
                  <a:pt x="8725444" y="4474477"/>
                  <a:pt x="8696944" y="4437070"/>
                </a:cubicBezTo>
                <a:cubicBezTo>
                  <a:pt x="8668443" y="4399663"/>
                  <a:pt x="8654192" y="4344741"/>
                  <a:pt x="8654192" y="4272301"/>
                </a:cubicBezTo>
                <a:lnTo>
                  <a:pt x="8654192" y="2122289"/>
                </a:lnTo>
                <a:cubicBezTo>
                  <a:pt x="8654192" y="2068850"/>
                  <a:pt x="8668443" y="2023724"/>
                  <a:pt x="8696944" y="1986911"/>
                </a:cubicBezTo>
                <a:cubicBezTo>
                  <a:pt x="8725444" y="1950098"/>
                  <a:pt x="8759882" y="1931691"/>
                  <a:pt x="8800258" y="1931691"/>
                </a:cubicBezTo>
                <a:close/>
                <a:moveTo>
                  <a:pt x="5114084" y="1931691"/>
                </a:moveTo>
                <a:cubicBezTo>
                  <a:pt x="5210273" y="1931691"/>
                  <a:pt x="5258368" y="2005911"/>
                  <a:pt x="5258368" y="2154352"/>
                </a:cubicBezTo>
                <a:lnTo>
                  <a:pt x="5258368" y="4291896"/>
                </a:lnTo>
                <a:cubicBezTo>
                  <a:pt x="5258368" y="4342959"/>
                  <a:pt x="5245008" y="4389273"/>
                  <a:pt x="5218289" y="4430836"/>
                </a:cubicBezTo>
                <a:cubicBezTo>
                  <a:pt x="5191569" y="4472399"/>
                  <a:pt x="5156241" y="4493181"/>
                  <a:pt x="5112302" y="4493181"/>
                </a:cubicBezTo>
                <a:cubicBezTo>
                  <a:pt x="5073114" y="4493181"/>
                  <a:pt x="5039270" y="4474477"/>
                  <a:pt x="5010769" y="4437070"/>
                </a:cubicBezTo>
                <a:cubicBezTo>
                  <a:pt x="4982268" y="4399663"/>
                  <a:pt x="4968018" y="4344741"/>
                  <a:pt x="4968018" y="4272301"/>
                </a:cubicBezTo>
                <a:lnTo>
                  <a:pt x="4968018" y="2122289"/>
                </a:lnTo>
                <a:cubicBezTo>
                  <a:pt x="4968018" y="2068850"/>
                  <a:pt x="4982268" y="2023724"/>
                  <a:pt x="5010769" y="1986911"/>
                </a:cubicBezTo>
                <a:cubicBezTo>
                  <a:pt x="5039270" y="1950098"/>
                  <a:pt x="5073708" y="1931691"/>
                  <a:pt x="5114084" y="1931691"/>
                </a:cubicBezTo>
                <a:close/>
                <a:moveTo>
                  <a:pt x="6318191" y="1780282"/>
                </a:moveTo>
                <a:cubicBezTo>
                  <a:pt x="6261134" y="1780282"/>
                  <a:pt x="6225499" y="1787704"/>
                  <a:pt x="6211286" y="1802548"/>
                </a:cubicBezTo>
                <a:cubicBezTo>
                  <a:pt x="6197073" y="1817392"/>
                  <a:pt x="6188816" y="1849158"/>
                  <a:pt x="6186515" y="1897846"/>
                </a:cubicBezTo>
                <a:lnTo>
                  <a:pt x="6164833" y="2312886"/>
                </a:lnTo>
                <a:cubicBezTo>
                  <a:pt x="6163646" y="2334262"/>
                  <a:pt x="6163052" y="2355637"/>
                  <a:pt x="6163052" y="2377013"/>
                </a:cubicBezTo>
                <a:cubicBezTo>
                  <a:pt x="6163052" y="2413826"/>
                  <a:pt x="6170474" y="2438467"/>
                  <a:pt x="6185318" y="2450936"/>
                </a:cubicBezTo>
                <a:cubicBezTo>
                  <a:pt x="6200162" y="2463405"/>
                  <a:pt x="6233116" y="2469640"/>
                  <a:pt x="6284179" y="2469640"/>
                </a:cubicBezTo>
                <a:cubicBezTo>
                  <a:pt x="6337618" y="2469640"/>
                  <a:pt x="6373216" y="2461030"/>
                  <a:pt x="6390973" y="2443811"/>
                </a:cubicBezTo>
                <a:cubicBezTo>
                  <a:pt x="6408730" y="2426592"/>
                  <a:pt x="6421821" y="2384138"/>
                  <a:pt x="6430245" y="2316449"/>
                </a:cubicBezTo>
                <a:cubicBezTo>
                  <a:pt x="6448411" y="2162071"/>
                  <a:pt x="6465834" y="2067366"/>
                  <a:pt x="6482515" y="2032334"/>
                </a:cubicBezTo>
                <a:cubicBezTo>
                  <a:pt x="6499196" y="1997302"/>
                  <a:pt x="6520720" y="1979786"/>
                  <a:pt x="6547086" y="1979786"/>
                </a:cubicBezTo>
                <a:lnTo>
                  <a:pt x="6627968" y="1979786"/>
                </a:lnTo>
                <a:lnTo>
                  <a:pt x="6627968" y="4302583"/>
                </a:lnTo>
                <a:cubicBezTo>
                  <a:pt x="6627968" y="4335834"/>
                  <a:pt x="6623158" y="4359288"/>
                  <a:pt x="6613537" y="4372944"/>
                </a:cubicBezTo>
                <a:cubicBezTo>
                  <a:pt x="6603916" y="4386601"/>
                  <a:pt x="6581061" y="4400554"/>
                  <a:pt x="6544971" y="4414804"/>
                </a:cubicBezTo>
                <a:cubicBezTo>
                  <a:pt x="6507675" y="4429055"/>
                  <a:pt x="6489027" y="4469431"/>
                  <a:pt x="6489027" y="4535932"/>
                </a:cubicBezTo>
                <a:cubicBezTo>
                  <a:pt x="6489027" y="4591746"/>
                  <a:pt x="6493490" y="4625590"/>
                  <a:pt x="6502415" y="4637465"/>
                </a:cubicBezTo>
                <a:cubicBezTo>
                  <a:pt x="6511340" y="4649341"/>
                  <a:pt x="6531268" y="4655278"/>
                  <a:pt x="6562199" y="4655278"/>
                </a:cubicBezTo>
                <a:lnTo>
                  <a:pt x="7347440" y="4655278"/>
                </a:lnTo>
                <a:cubicBezTo>
                  <a:pt x="7385515" y="4655278"/>
                  <a:pt x="7409906" y="4650231"/>
                  <a:pt x="7420612" y="4640137"/>
                </a:cubicBezTo>
                <a:cubicBezTo>
                  <a:pt x="7431319" y="4630043"/>
                  <a:pt x="7436672" y="4594714"/>
                  <a:pt x="7436672" y="4534151"/>
                </a:cubicBezTo>
                <a:cubicBezTo>
                  <a:pt x="7436672" y="4486650"/>
                  <a:pt x="7432812" y="4455477"/>
                  <a:pt x="7425093" y="4440633"/>
                </a:cubicBezTo>
                <a:cubicBezTo>
                  <a:pt x="7417375" y="4425789"/>
                  <a:pt x="7401640" y="4413023"/>
                  <a:pt x="7377889" y="4402335"/>
                </a:cubicBezTo>
                <a:cubicBezTo>
                  <a:pt x="7320888" y="4377397"/>
                  <a:pt x="7292388" y="4332272"/>
                  <a:pt x="7292388" y="4266958"/>
                </a:cubicBezTo>
                <a:lnTo>
                  <a:pt x="7292388" y="1979786"/>
                </a:lnTo>
                <a:lnTo>
                  <a:pt x="7345826" y="1979786"/>
                </a:lnTo>
                <a:cubicBezTo>
                  <a:pt x="7379077" y="1979786"/>
                  <a:pt x="7406984" y="2012739"/>
                  <a:pt x="7429547" y="2078647"/>
                </a:cubicBezTo>
                <a:cubicBezTo>
                  <a:pt x="7452110" y="2144555"/>
                  <a:pt x="7472891" y="2229166"/>
                  <a:pt x="7491892" y="2332480"/>
                </a:cubicBezTo>
                <a:cubicBezTo>
                  <a:pt x="7502579" y="2395419"/>
                  <a:pt x="7516533" y="2432826"/>
                  <a:pt x="7533752" y="2444702"/>
                </a:cubicBezTo>
                <a:cubicBezTo>
                  <a:pt x="7550971" y="2456577"/>
                  <a:pt x="7589862" y="2462514"/>
                  <a:pt x="7650426" y="2462514"/>
                </a:cubicBezTo>
                <a:cubicBezTo>
                  <a:pt x="7697927" y="2462514"/>
                  <a:pt x="7726131" y="2453014"/>
                  <a:pt x="7735037" y="2434014"/>
                </a:cubicBezTo>
                <a:cubicBezTo>
                  <a:pt x="7743944" y="2415014"/>
                  <a:pt x="7748397" y="2387700"/>
                  <a:pt x="7748397" y="2352075"/>
                </a:cubicBezTo>
                <a:cubicBezTo>
                  <a:pt x="7748397" y="2322387"/>
                  <a:pt x="7747209" y="2293292"/>
                  <a:pt x="7744834" y="2264792"/>
                </a:cubicBezTo>
                <a:lnTo>
                  <a:pt x="7714525" y="1897846"/>
                </a:lnTo>
                <a:cubicBezTo>
                  <a:pt x="7709756" y="1838470"/>
                  <a:pt x="7703211" y="1804032"/>
                  <a:pt x="7694889" y="1794532"/>
                </a:cubicBezTo>
                <a:cubicBezTo>
                  <a:pt x="7686566" y="1785032"/>
                  <a:pt x="7663387" y="1780282"/>
                  <a:pt x="7625349" y="1780282"/>
                </a:cubicBezTo>
                <a:close/>
                <a:moveTo>
                  <a:pt x="2632016" y="1780282"/>
                </a:moveTo>
                <a:cubicBezTo>
                  <a:pt x="2574959" y="1780282"/>
                  <a:pt x="2539324" y="1787704"/>
                  <a:pt x="2525111" y="1802548"/>
                </a:cubicBezTo>
                <a:cubicBezTo>
                  <a:pt x="2510898" y="1817392"/>
                  <a:pt x="2502641" y="1849158"/>
                  <a:pt x="2500340" y="1897846"/>
                </a:cubicBezTo>
                <a:lnTo>
                  <a:pt x="2478659" y="2312886"/>
                </a:lnTo>
                <a:cubicBezTo>
                  <a:pt x="2477471" y="2334262"/>
                  <a:pt x="2476877" y="2355637"/>
                  <a:pt x="2476877" y="2377013"/>
                </a:cubicBezTo>
                <a:cubicBezTo>
                  <a:pt x="2476877" y="2413826"/>
                  <a:pt x="2484299" y="2438467"/>
                  <a:pt x="2499143" y="2450936"/>
                </a:cubicBezTo>
                <a:cubicBezTo>
                  <a:pt x="2513987" y="2463405"/>
                  <a:pt x="2546941" y="2469640"/>
                  <a:pt x="2598005" y="2469640"/>
                </a:cubicBezTo>
                <a:cubicBezTo>
                  <a:pt x="2651443" y="2469640"/>
                  <a:pt x="2687041" y="2461030"/>
                  <a:pt x="2704798" y="2443811"/>
                </a:cubicBezTo>
                <a:cubicBezTo>
                  <a:pt x="2722556" y="2426592"/>
                  <a:pt x="2735646" y="2384138"/>
                  <a:pt x="2744070" y="2316449"/>
                </a:cubicBezTo>
                <a:cubicBezTo>
                  <a:pt x="2762236" y="2162071"/>
                  <a:pt x="2779659" y="2067366"/>
                  <a:pt x="2796340" y="2032334"/>
                </a:cubicBezTo>
                <a:cubicBezTo>
                  <a:pt x="2813021" y="1997302"/>
                  <a:pt x="2834545" y="1979786"/>
                  <a:pt x="2860912" y="1979786"/>
                </a:cubicBezTo>
                <a:lnTo>
                  <a:pt x="2941793" y="1979786"/>
                </a:lnTo>
                <a:lnTo>
                  <a:pt x="2941793" y="4302583"/>
                </a:lnTo>
                <a:cubicBezTo>
                  <a:pt x="2941793" y="4335834"/>
                  <a:pt x="2936983" y="4359288"/>
                  <a:pt x="2927362" y="4372944"/>
                </a:cubicBezTo>
                <a:cubicBezTo>
                  <a:pt x="2917741" y="4386601"/>
                  <a:pt x="2894886" y="4400554"/>
                  <a:pt x="2858796" y="4414804"/>
                </a:cubicBezTo>
                <a:cubicBezTo>
                  <a:pt x="2821501" y="4429055"/>
                  <a:pt x="2802852" y="4469431"/>
                  <a:pt x="2802852" y="4535932"/>
                </a:cubicBezTo>
                <a:cubicBezTo>
                  <a:pt x="2802852" y="4591746"/>
                  <a:pt x="2807315" y="4625590"/>
                  <a:pt x="2816240" y="4637465"/>
                </a:cubicBezTo>
                <a:cubicBezTo>
                  <a:pt x="2825165" y="4649341"/>
                  <a:pt x="2845093" y="4655278"/>
                  <a:pt x="2876025" y="4655278"/>
                </a:cubicBezTo>
                <a:lnTo>
                  <a:pt x="3661266" y="4655278"/>
                </a:lnTo>
                <a:cubicBezTo>
                  <a:pt x="3699341" y="4655278"/>
                  <a:pt x="3723731" y="4650231"/>
                  <a:pt x="3734438" y="4640137"/>
                </a:cubicBezTo>
                <a:cubicBezTo>
                  <a:pt x="3745144" y="4630043"/>
                  <a:pt x="3750497" y="4594714"/>
                  <a:pt x="3750497" y="4534151"/>
                </a:cubicBezTo>
                <a:cubicBezTo>
                  <a:pt x="3750497" y="4486650"/>
                  <a:pt x="3746638" y="4455477"/>
                  <a:pt x="3738919" y="4440633"/>
                </a:cubicBezTo>
                <a:cubicBezTo>
                  <a:pt x="3731200" y="4425789"/>
                  <a:pt x="3715465" y="4413023"/>
                  <a:pt x="3691714" y="4402335"/>
                </a:cubicBezTo>
                <a:cubicBezTo>
                  <a:pt x="3634714" y="4377397"/>
                  <a:pt x="3606213" y="4332272"/>
                  <a:pt x="3606213" y="4266958"/>
                </a:cubicBezTo>
                <a:lnTo>
                  <a:pt x="3606213" y="1979786"/>
                </a:lnTo>
                <a:lnTo>
                  <a:pt x="3659652" y="1979786"/>
                </a:lnTo>
                <a:cubicBezTo>
                  <a:pt x="3692902" y="1979786"/>
                  <a:pt x="3720809" y="2012739"/>
                  <a:pt x="3743372" y="2078647"/>
                </a:cubicBezTo>
                <a:cubicBezTo>
                  <a:pt x="3765935" y="2144555"/>
                  <a:pt x="3786716" y="2229166"/>
                  <a:pt x="3805717" y="2332480"/>
                </a:cubicBezTo>
                <a:cubicBezTo>
                  <a:pt x="3816405" y="2395419"/>
                  <a:pt x="3830358" y="2432826"/>
                  <a:pt x="3847577" y="2444702"/>
                </a:cubicBezTo>
                <a:cubicBezTo>
                  <a:pt x="3864797" y="2456577"/>
                  <a:pt x="3903688" y="2462514"/>
                  <a:pt x="3964251" y="2462514"/>
                </a:cubicBezTo>
                <a:cubicBezTo>
                  <a:pt x="4011753" y="2462514"/>
                  <a:pt x="4039956" y="2453014"/>
                  <a:pt x="4048863" y="2434014"/>
                </a:cubicBezTo>
                <a:cubicBezTo>
                  <a:pt x="4057769" y="2415014"/>
                  <a:pt x="4062222" y="2387700"/>
                  <a:pt x="4062222" y="2352075"/>
                </a:cubicBezTo>
                <a:cubicBezTo>
                  <a:pt x="4062222" y="2322387"/>
                  <a:pt x="4061035" y="2293292"/>
                  <a:pt x="4058660" y="2264792"/>
                </a:cubicBezTo>
                <a:lnTo>
                  <a:pt x="4028350" y="1897846"/>
                </a:lnTo>
                <a:cubicBezTo>
                  <a:pt x="4023581" y="1838470"/>
                  <a:pt x="4017036" y="1804032"/>
                  <a:pt x="4008714" y="1794532"/>
                </a:cubicBezTo>
                <a:cubicBezTo>
                  <a:pt x="4000392" y="1785032"/>
                  <a:pt x="3977212" y="1780282"/>
                  <a:pt x="3939174" y="1780282"/>
                </a:cubicBezTo>
                <a:close/>
                <a:moveTo>
                  <a:pt x="8803820" y="1732187"/>
                </a:moveTo>
                <a:cubicBezTo>
                  <a:pt x="8530690" y="1732187"/>
                  <a:pt x="8313670" y="1869346"/>
                  <a:pt x="8152761" y="2143664"/>
                </a:cubicBezTo>
                <a:cubicBezTo>
                  <a:pt x="7991851" y="2417982"/>
                  <a:pt x="7911396" y="2776615"/>
                  <a:pt x="7911396" y="3219561"/>
                </a:cubicBezTo>
                <a:cubicBezTo>
                  <a:pt x="7911396" y="3651820"/>
                  <a:pt x="7989773" y="4004515"/>
                  <a:pt x="8146526" y="4277645"/>
                </a:cubicBezTo>
                <a:cubicBezTo>
                  <a:pt x="8303279" y="4550776"/>
                  <a:pt x="8517627" y="4687341"/>
                  <a:pt x="8789570" y="4687341"/>
                </a:cubicBezTo>
                <a:cubicBezTo>
                  <a:pt x="9075764" y="4687341"/>
                  <a:pt x="9297534" y="4547510"/>
                  <a:pt x="9454881" y="4267848"/>
                </a:cubicBezTo>
                <a:cubicBezTo>
                  <a:pt x="9612228" y="3988186"/>
                  <a:pt x="9690902" y="3645288"/>
                  <a:pt x="9690902" y="3239155"/>
                </a:cubicBezTo>
                <a:cubicBezTo>
                  <a:pt x="9690902" y="2900711"/>
                  <a:pt x="9650526" y="2623424"/>
                  <a:pt x="9569774" y="2407295"/>
                </a:cubicBezTo>
                <a:cubicBezTo>
                  <a:pt x="9489022" y="2191165"/>
                  <a:pt x="9384817" y="2024615"/>
                  <a:pt x="9257158" y="1907644"/>
                </a:cubicBezTo>
                <a:cubicBezTo>
                  <a:pt x="9129500" y="1790673"/>
                  <a:pt x="8978387" y="1732187"/>
                  <a:pt x="8803820" y="1732187"/>
                </a:cubicBezTo>
                <a:close/>
                <a:moveTo>
                  <a:pt x="5117646" y="1732187"/>
                </a:moveTo>
                <a:cubicBezTo>
                  <a:pt x="4844515" y="1732187"/>
                  <a:pt x="4627495" y="1869346"/>
                  <a:pt x="4466586" y="2143664"/>
                </a:cubicBezTo>
                <a:cubicBezTo>
                  <a:pt x="4305676" y="2417982"/>
                  <a:pt x="4225222" y="2776615"/>
                  <a:pt x="4225222" y="3219561"/>
                </a:cubicBezTo>
                <a:cubicBezTo>
                  <a:pt x="4225222" y="3651820"/>
                  <a:pt x="4303598" y="4004515"/>
                  <a:pt x="4460351" y="4277645"/>
                </a:cubicBezTo>
                <a:cubicBezTo>
                  <a:pt x="4617105" y="4550776"/>
                  <a:pt x="4831453" y="4687341"/>
                  <a:pt x="5103396" y="4687341"/>
                </a:cubicBezTo>
                <a:cubicBezTo>
                  <a:pt x="5389590" y="4687341"/>
                  <a:pt x="5611360" y="4547510"/>
                  <a:pt x="5768707" y="4267848"/>
                </a:cubicBezTo>
                <a:cubicBezTo>
                  <a:pt x="5926054" y="3988186"/>
                  <a:pt x="6004727" y="3645288"/>
                  <a:pt x="6004727" y="3239155"/>
                </a:cubicBezTo>
                <a:cubicBezTo>
                  <a:pt x="6004727" y="2900711"/>
                  <a:pt x="5964352" y="2623424"/>
                  <a:pt x="5883600" y="2407295"/>
                </a:cubicBezTo>
                <a:cubicBezTo>
                  <a:pt x="5802848" y="2191165"/>
                  <a:pt x="5698642" y="2024615"/>
                  <a:pt x="5570984" y="1907644"/>
                </a:cubicBezTo>
                <a:cubicBezTo>
                  <a:pt x="5443326" y="1790673"/>
                  <a:pt x="5292212" y="1732187"/>
                  <a:pt x="5117646" y="17321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DCAA670-6393-39FE-4A25-C1260C3A09B7}"/>
              </a:ext>
            </a:extLst>
          </p:cNvPr>
          <p:cNvSpPr txBox="1"/>
          <p:nvPr/>
        </p:nvSpPr>
        <p:spPr>
          <a:xfrm>
            <a:off x="3796417" y="329625"/>
            <a:ext cx="461606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000" dirty="0">
                <a:latin typeface="Arial Nova Light" panose="020B0304020202020204" pitchFamily="34" charset="0"/>
                <a:cs typeface="Arial" panose="020B0604020202020204" pitchFamily="34" charset="0"/>
              </a:rPr>
              <a:t>Projet DAB GP9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E375B7C-E245-CD26-5E61-44FBF8F837DB}"/>
              </a:ext>
            </a:extLst>
          </p:cNvPr>
          <p:cNvSpPr txBox="1"/>
          <p:nvPr/>
        </p:nvSpPr>
        <p:spPr>
          <a:xfrm>
            <a:off x="184817" y="6343709"/>
            <a:ext cx="118392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dirty="0"/>
              <a:t>Edgar LEFAUCONNIER—MARINI ,   Valentine MALAVASI ,   Giulio NEPLAZ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814AB5A-8214-4D03-8966-3772DF2EA8D7}"/>
              </a:ext>
            </a:extLst>
          </p:cNvPr>
          <p:cNvCxnSpPr>
            <a:cxnSpLocks/>
          </p:cNvCxnSpPr>
          <p:nvPr/>
        </p:nvCxnSpPr>
        <p:spPr>
          <a:xfrm flipV="1">
            <a:off x="-1638300" y="144959"/>
            <a:ext cx="15367000" cy="455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D047755-AD14-3852-2F16-B23BCB658241}"/>
              </a:ext>
            </a:extLst>
          </p:cNvPr>
          <p:cNvCxnSpPr>
            <a:cxnSpLocks/>
          </p:cNvCxnSpPr>
          <p:nvPr/>
        </p:nvCxnSpPr>
        <p:spPr>
          <a:xfrm flipV="1">
            <a:off x="-1638300" y="6254809"/>
            <a:ext cx="15367000" cy="455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3727DF9-3632-CCBF-B877-CDE88363A671}"/>
              </a:ext>
            </a:extLst>
          </p:cNvPr>
          <p:cNvCxnSpPr>
            <a:cxnSpLocks/>
          </p:cNvCxnSpPr>
          <p:nvPr/>
        </p:nvCxnSpPr>
        <p:spPr>
          <a:xfrm flipV="1">
            <a:off x="167917" y="-533400"/>
            <a:ext cx="0" cy="84963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0AFCAB31-946F-6FB4-C792-12E66B99652F}"/>
              </a:ext>
            </a:extLst>
          </p:cNvPr>
          <p:cNvCxnSpPr>
            <a:cxnSpLocks/>
          </p:cNvCxnSpPr>
          <p:nvPr/>
        </p:nvCxnSpPr>
        <p:spPr>
          <a:xfrm flipV="1">
            <a:off x="11922483" y="-682625"/>
            <a:ext cx="0" cy="84963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" name="Image 20">
            <a:extLst>
              <a:ext uri="{FF2B5EF4-FFF2-40B4-BE49-F238E27FC236}">
                <a16:creationId xmlns:a16="http://schemas.microsoft.com/office/drawing/2014/main" id="{9A804F1C-C2A9-64F0-FCE6-E75AB9B66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866" y="-260350"/>
            <a:ext cx="8788400" cy="699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A82B8-C52E-82FA-1752-B00E73C82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88000" cy="1325563"/>
          </a:xfrm>
        </p:spPr>
        <p:txBody>
          <a:bodyPr/>
          <a:lstStyle/>
          <a:p>
            <a:r>
              <a:rPr lang="fr-FR" b="1" u="sng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E860F5-8D8A-29E5-4800-87F3C99AB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456247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fr-FR" dirty="0"/>
              <a:t>Présentation projet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Fonctionnement du code et Développement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Comment l'utiliser ?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Conclusion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Test</a:t>
            </a:r>
          </a:p>
          <a:p>
            <a:endParaRPr lang="fr-FR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CF55E7CA-75B1-AA81-9B5F-2D903A9AE971}"/>
              </a:ext>
            </a:extLst>
          </p:cNvPr>
          <p:cNvCxnSpPr>
            <a:cxnSpLocks/>
          </p:cNvCxnSpPr>
          <p:nvPr/>
        </p:nvCxnSpPr>
        <p:spPr>
          <a:xfrm flipV="1">
            <a:off x="5664200" y="-1752600"/>
            <a:ext cx="0" cy="95885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09A8542-FF49-B8E0-59D6-04F399EAF2F2}"/>
              </a:ext>
            </a:extLst>
          </p:cNvPr>
          <p:cNvCxnSpPr>
            <a:cxnSpLocks/>
          </p:cNvCxnSpPr>
          <p:nvPr/>
        </p:nvCxnSpPr>
        <p:spPr>
          <a:xfrm flipV="1">
            <a:off x="5842000" y="-1549400"/>
            <a:ext cx="0" cy="9944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C9AF565-43EC-3AB9-D219-1872002B3ED9}"/>
              </a:ext>
            </a:extLst>
          </p:cNvPr>
          <p:cNvCxnSpPr>
            <a:cxnSpLocks/>
          </p:cNvCxnSpPr>
          <p:nvPr/>
        </p:nvCxnSpPr>
        <p:spPr>
          <a:xfrm flipV="1">
            <a:off x="-228600" y="-203200"/>
            <a:ext cx="1422400" cy="12319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0AAA69F-5A12-71B4-3F57-B622FC192862}"/>
              </a:ext>
            </a:extLst>
          </p:cNvPr>
          <p:cNvCxnSpPr>
            <a:cxnSpLocks/>
          </p:cNvCxnSpPr>
          <p:nvPr/>
        </p:nvCxnSpPr>
        <p:spPr>
          <a:xfrm flipV="1">
            <a:off x="10858500" y="5854700"/>
            <a:ext cx="1638300" cy="1473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2711A190-BF1E-C46E-66CF-EC2D89D03529}"/>
              </a:ext>
            </a:extLst>
          </p:cNvPr>
          <p:cNvSpPr/>
          <p:nvPr/>
        </p:nvSpPr>
        <p:spPr>
          <a:xfrm>
            <a:off x="-15379700" y="-1233972"/>
            <a:ext cx="15367000" cy="93091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800258" y="1931691"/>
                </a:moveTo>
                <a:cubicBezTo>
                  <a:pt x="8896448" y="1931691"/>
                  <a:pt x="8944542" y="2005911"/>
                  <a:pt x="8944542" y="2154352"/>
                </a:cubicBezTo>
                <a:lnTo>
                  <a:pt x="8944542" y="4291896"/>
                </a:lnTo>
                <a:cubicBezTo>
                  <a:pt x="8944542" y="4342959"/>
                  <a:pt x="8931182" y="4389273"/>
                  <a:pt x="8904464" y="4430836"/>
                </a:cubicBezTo>
                <a:cubicBezTo>
                  <a:pt x="8877744" y="4472399"/>
                  <a:pt x="8842416" y="4493181"/>
                  <a:pt x="8798477" y="4493181"/>
                </a:cubicBezTo>
                <a:cubicBezTo>
                  <a:pt x="8759288" y="4493181"/>
                  <a:pt x="8725444" y="4474477"/>
                  <a:pt x="8696944" y="4437070"/>
                </a:cubicBezTo>
                <a:cubicBezTo>
                  <a:pt x="8668443" y="4399663"/>
                  <a:pt x="8654192" y="4344741"/>
                  <a:pt x="8654192" y="4272301"/>
                </a:cubicBezTo>
                <a:lnTo>
                  <a:pt x="8654192" y="2122289"/>
                </a:lnTo>
                <a:cubicBezTo>
                  <a:pt x="8654192" y="2068850"/>
                  <a:pt x="8668443" y="2023724"/>
                  <a:pt x="8696944" y="1986911"/>
                </a:cubicBezTo>
                <a:cubicBezTo>
                  <a:pt x="8725444" y="1950098"/>
                  <a:pt x="8759882" y="1931691"/>
                  <a:pt x="8800258" y="1931691"/>
                </a:cubicBezTo>
                <a:close/>
                <a:moveTo>
                  <a:pt x="5114084" y="1931691"/>
                </a:moveTo>
                <a:cubicBezTo>
                  <a:pt x="5210273" y="1931691"/>
                  <a:pt x="5258368" y="2005911"/>
                  <a:pt x="5258368" y="2154352"/>
                </a:cubicBezTo>
                <a:lnTo>
                  <a:pt x="5258368" y="4291896"/>
                </a:lnTo>
                <a:cubicBezTo>
                  <a:pt x="5258368" y="4342959"/>
                  <a:pt x="5245008" y="4389273"/>
                  <a:pt x="5218289" y="4430836"/>
                </a:cubicBezTo>
                <a:cubicBezTo>
                  <a:pt x="5191569" y="4472399"/>
                  <a:pt x="5156241" y="4493181"/>
                  <a:pt x="5112302" y="4493181"/>
                </a:cubicBezTo>
                <a:cubicBezTo>
                  <a:pt x="5073114" y="4493181"/>
                  <a:pt x="5039270" y="4474477"/>
                  <a:pt x="5010769" y="4437070"/>
                </a:cubicBezTo>
                <a:cubicBezTo>
                  <a:pt x="4982268" y="4399663"/>
                  <a:pt x="4968018" y="4344741"/>
                  <a:pt x="4968018" y="4272301"/>
                </a:cubicBezTo>
                <a:lnTo>
                  <a:pt x="4968018" y="2122289"/>
                </a:lnTo>
                <a:cubicBezTo>
                  <a:pt x="4968018" y="2068850"/>
                  <a:pt x="4982268" y="2023724"/>
                  <a:pt x="5010769" y="1986911"/>
                </a:cubicBezTo>
                <a:cubicBezTo>
                  <a:pt x="5039270" y="1950098"/>
                  <a:pt x="5073708" y="1931691"/>
                  <a:pt x="5114084" y="1931691"/>
                </a:cubicBezTo>
                <a:close/>
                <a:moveTo>
                  <a:pt x="6318191" y="1780282"/>
                </a:moveTo>
                <a:cubicBezTo>
                  <a:pt x="6261134" y="1780282"/>
                  <a:pt x="6225499" y="1787704"/>
                  <a:pt x="6211286" y="1802548"/>
                </a:cubicBezTo>
                <a:cubicBezTo>
                  <a:pt x="6197073" y="1817392"/>
                  <a:pt x="6188816" y="1849158"/>
                  <a:pt x="6186515" y="1897846"/>
                </a:cubicBezTo>
                <a:lnTo>
                  <a:pt x="6164833" y="2312886"/>
                </a:lnTo>
                <a:cubicBezTo>
                  <a:pt x="6163646" y="2334262"/>
                  <a:pt x="6163052" y="2355637"/>
                  <a:pt x="6163052" y="2377013"/>
                </a:cubicBezTo>
                <a:cubicBezTo>
                  <a:pt x="6163052" y="2413826"/>
                  <a:pt x="6170474" y="2438467"/>
                  <a:pt x="6185318" y="2450936"/>
                </a:cubicBezTo>
                <a:cubicBezTo>
                  <a:pt x="6200162" y="2463405"/>
                  <a:pt x="6233116" y="2469640"/>
                  <a:pt x="6284179" y="2469640"/>
                </a:cubicBezTo>
                <a:cubicBezTo>
                  <a:pt x="6337618" y="2469640"/>
                  <a:pt x="6373216" y="2461030"/>
                  <a:pt x="6390973" y="2443811"/>
                </a:cubicBezTo>
                <a:cubicBezTo>
                  <a:pt x="6408730" y="2426592"/>
                  <a:pt x="6421821" y="2384138"/>
                  <a:pt x="6430245" y="2316449"/>
                </a:cubicBezTo>
                <a:cubicBezTo>
                  <a:pt x="6448411" y="2162071"/>
                  <a:pt x="6465834" y="2067366"/>
                  <a:pt x="6482515" y="2032334"/>
                </a:cubicBezTo>
                <a:cubicBezTo>
                  <a:pt x="6499196" y="1997302"/>
                  <a:pt x="6520720" y="1979786"/>
                  <a:pt x="6547086" y="1979786"/>
                </a:cubicBezTo>
                <a:lnTo>
                  <a:pt x="6627968" y="1979786"/>
                </a:lnTo>
                <a:lnTo>
                  <a:pt x="6627968" y="4302583"/>
                </a:lnTo>
                <a:cubicBezTo>
                  <a:pt x="6627968" y="4335834"/>
                  <a:pt x="6623158" y="4359288"/>
                  <a:pt x="6613537" y="4372944"/>
                </a:cubicBezTo>
                <a:cubicBezTo>
                  <a:pt x="6603916" y="4386601"/>
                  <a:pt x="6581061" y="4400554"/>
                  <a:pt x="6544971" y="4414804"/>
                </a:cubicBezTo>
                <a:cubicBezTo>
                  <a:pt x="6507675" y="4429055"/>
                  <a:pt x="6489027" y="4469431"/>
                  <a:pt x="6489027" y="4535932"/>
                </a:cubicBezTo>
                <a:cubicBezTo>
                  <a:pt x="6489027" y="4591746"/>
                  <a:pt x="6493490" y="4625590"/>
                  <a:pt x="6502415" y="4637465"/>
                </a:cubicBezTo>
                <a:cubicBezTo>
                  <a:pt x="6511340" y="4649341"/>
                  <a:pt x="6531268" y="4655278"/>
                  <a:pt x="6562199" y="4655278"/>
                </a:cubicBezTo>
                <a:lnTo>
                  <a:pt x="7347440" y="4655278"/>
                </a:lnTo>
                <a:cubicBezTo>
                  <a:pt x="7385515" y="4655278"/>
                  <a:pt x="7409906" y="4650231"/>
                  <a:pt x="7420612" y="4640137"/>
                </a:cubicBezTo>
                <a:cubicBezTo>
                  <a:pt x="7431319" y="4630043"/>
                  <a:pt x="7436672" y="4594714"/>
                  <a:pt x="7436672" y="4534151"/>
                </a:cubicBezTo>
                <a:cubicBezTo>
                  <a:pt x="7436672" y="4486650"/>
                  <a:pt x="7432812" y="4455477"/>
                  <a:pt x="7425093" y="4440633"/>
                </a:cubicBezTo>
                <a:cubicBezTo>
                  <a:pt x="7417375" y="4425789"/>
                  <a:pt x="7401640" y="4413023"/>
                  <a:pt x="7377889" y="4402335"/>
                </a:cubicBezTo>
                <a:cubicBezTo>
                  <a:pt x="7320888" y="4377397"/>
                  <a:pt x="7292388" y="4332272"/>
                  <a:pt x="7292388" y="4266958"/>
                </a:cubicBezTo>
                <a:lnTo>
                  <a:pt x="7292388" y="1979786"/>
                </a:lnTo>
                <a:lnTo>
                  <a:pt x="7345826" y="1979786"/>
                </a:lnTo>
                <a:cubicBezTo>
                  <a:pt x="7379077" y="1979786"/>
                  <a:pt x="7406984" y="2012739"/>
                  <a:pt x="7429547" y="2078647"/>
                </a:cubicBezTo>
                <a:cubicBezTo>
                  <a:pt x="7452110" y="2144555"/>
                  <a:pt x="7472891" y="2229166"/>
                  <a:pt x="7491892" y="2332480"/>
                </a:cubicBezTo>
                <a:cubicBezTo>
                  <a:pt x="7502579" y="2395419"/>
                  <a:pt x="7516533" y="2432826"/>
                  <a:pt x="7533752" y="2444702"/>
                </a:cubicBezTo>
                <a:cubicBezTo>
                  <a:pt x="7550971" y="2456577"/>
                  <a:pt x="7589862" y="2462514"/>
                  <a:pt x="7650426" y="2462514"/>
                </a:cubicBezTo>
                <a:cubicBezTo>
                  <a:pt x="7697927" y="2462514"/>
                  <a:pt x="7726131" y="2453014"/>
                  <a:pt x="7735037" y="2434014"/>
                </a:cubicBezTo>
                <a:cubicBezTo>
                  <a:pt x="7743944" y="2415014"/>
                  <a:pt x="7748397" y="2387700"/>
                  <a:pt x="7748397" y="2352075"/>
                </a:cubicBezTo>
                <a:cubicBezTo>
                  <a:pt x="7748397" y="2322387"/>
                  <a:pt x="7747209" y="2293292"/>
                  <a:pt x="7744834" y="2264792"/>
                </a:cubicBezTo>
                <a:lnTo>
                  <a:pt x="7714525" y="1897846"/>
                </a:lnTo>
                <a:cubicBezTo>
                  <a:pt x="7709756" y="1838470"/>
                  <a:pt x="7703211" y="1804032"/>
                  <a:pt x="7694889" y="1794532"/>
                </a:cubicBezTo>
                <a:cubicBezTo>
                  <a:pt x="7686566" y="1785032"/>
                  <a:pt x="7663387" y="1780282"/>
                  <a:pt x="7625349" y="1780282"/>
                </a:cubicBezTo>
                <a:close/>
                <a:moveTo>
                  <a:pt x="2632016" y="1780282"/>
                </a:moveTo>
                <a:cubicBezTo>
                  <a:pt x="2574959" y="1780282"/>
                  <a:pt x="2539324" y="1787704"/>
                  <a:pt x="2525111" y="1802548"/>
                </a:cubicBezTo>
                <a:cubicBezTo>
                  <a:pt x="2510898" y="1817392"/>
                  <a:pt x="2502641" y="1849158"/>
                  <a:pt x="2500340" y="1897846"/>
                </a:cubicBezTo>
                <a:lnTo>
                  <a:pt x="2478659" y="2312886"/>
                </a:lnTo>
                <a:cubicBezTo>
                  <a:pt x="2477471" y="2334262"/>
                  <a:pt x="2476877" y="2355637"/>
                  <a:pt x="2476877" y="2377013"/>
                </a:cubicBezTo>
                <a:cubicBezTo>
                  <a:pt x="2476877" y="2413826"/>
                  <a:pt x="2484299" y="2438467"/>
                  <a:pt x="2499143" y="2450936"/>
                </a:cubicBezTo>
                <a:cubicBezTo>
                  <a:pt x="2513987" y="2463405"/>
                  <a:pt x="2546941" y="2469640"/>
                  <a:pt x="2598005" y="2469640"/>
                </a:cubicBezTo>
                <a:cubicBezTo>
                  <a:pt x="2651443" y="2469640"/>
                  <a:pt x="2687041" y="2461030"/>
                  <a:pt x="2704798" y="2443811"/>
                </a:cubicBezTo>
                <a:cubicBezTo>
                  <a:pt x="2722556" y="2426592"/>
                  <a:pt x="2735646" y="2384138"/>
                  <a:pt x="2744070" y="2316449"/>
                </a:cubicBezTo>
                <a:cubicBezTo>
                  <a:pt x="2762236" y="2162071"/>
                  <a:pt x="2779659" y="2067366"/>
                  <a:pt x="2796340" y="2032334"/>
                </a:cubicBezTo>
                <a:cubicBezTo>
                  <a:pt x="2813021" y="1997302"/>
                  <a:pt x="2834545" y="1979786"/>
                  <a:pt x="2860912" y="1979786"/>
                </a:cubicBezTo>
                <a:lnTo>
                  <a:pt x="2941793" y="1979786"/>
                </a:lnTo>
                <a:lnTo>
                  <a:pt x="2941793" y="4302583"/>
                </a:lnTo>
                <a:cubicBezTo>
                  <a:pt x="2941793" y="4335834"/>
                  <a:pt x="2936983" y="4359288"/>
                  <a:pt x="2927362" y="4372944"/>
                </a:cubicBezTo>
                <a:cubicBezTo>
                  <a:pt x="2917741" y="4386601"/>
                  <a:pt x="2894886" y="4400554"/>
                  <a:pt x="2858796" y="4414804"/>
                </a:cubicBezTo>
                <a:cubicBezTo>
                  <a:pt x="2821501" y="4429055"/>
                  <a:pt x="2802852" y="4469431"/>
                  <a:pt x="2802852" y="4535932"/>
                </a:cubicBezTo>
                <a:cubicBezTo>
                  <a:pt x="2802852" y="4591746"/>
                  <a:pt x="2807315" y="4625590"/>
                  <a:pt x="2816240" y="4637465"/>
                </a:cubicBezTo>
                <a:cubicBezTo>
                  <a:pt x="2825165" y="4649341"/>
                  <a:pt x="2845093" y="4655278"/>
                  <a:pt x="2876025" y="4655278"/>
                </a:cubicBezTo>
                <a:lnTo>
                  <a:pt x="3661266" y="4655278"/>
                </a:lnTo>
                <a:cubicBezTo>
                  <a:pt x="3699341" y="4655278"/>
                  <a:pt x="3723731" y="4650231"/>
                  <a:pt x="3734438" y="4640137"/>
                </a:cubicBezTo>
                <a:cubicBezTo>
                  <a:pt x="3745144" y="4630043"/>
                  <a:pt x="3750497" y="4594714"/>
                  <a:pt x="3750497" y="4534151"/>
                </a:cubicBezTo>
                <a:cubicBezTo>
                  <a:pt x="3750497" y="4486650"/>
                  <a:pt x="3746638" y="4455477"/>
                  <a:pt x="3738919" y="4440633"/>
                </a:cubicBezTo>
                <a:cubicBezTo>
                  <a:pt x="3731200" y="4425789"/>
                  <a:pt x="3715465" y="4413023"/>
                  <a:pt x="3691714" y="4402335"/>
                </a:cubicBezTo>
                <a:cubicBezTo>
                  <a:pt x="3634714" y="4377397"/>
                  <a:pt x="3606213" y="4332272"/>
                  <a:pt x="3606213" y="4266958"/>
                </a:cubicBezTo>
                <a:lnTo>
                  <a:pt x="3606213" y="1979786"/>
                </a:lnTo>
                <a:lnTo>
                  <a:pt x="3659652" y="1979786"/>
                </a:lnTo>
                <a:cubicBezTo>
                  <a:pt x="3692902" y="1979786"/>
                  <a:pt x="3720809" y="2012739"/>
                  <a:pt x="3743372" y="2078647"/>
                </a:cubicBezTo>
                <a:cubicBezTo>
                  <a:pt x="3765935" y="2144555"/>
                  <a:pt x="3786716" y="2229166"/>
                  <a:pt x="3805717" y="2332480"/>
                </a:cubicBezTo>
                <a:cubicBezTo>
                  <a:pt x="3816405" y="2395419"/>
                  <a:pt x="3830358" y="2432826"/>
                  <a:pt x="3847577" y="2444702"/>
                </a:cubicBezTo>
                <a:cubicBezTo>
                  <a:pt x="3864797" y="2456577"/>
                  <a:pt x="3903688" y="2462514"/>
                  <a:pt x="3964251" y="2462514"/>
                </a:cubicBezTo>
                <a:cubicBezTo>
                  <a:pt x="4011753" y="2462514"/>
                  <a:pt x="4039956" y="2453014"/>
                  <a:pt x="4048863" y="2434014"/>
                </a:cubicBezTo>
                <a:cubicBezTo>
                  <a:pt x="4057769" y="2415014"/>
                  <a:pt x="4062222" y="2387700"/>
                  <a:pt x="4062222" y="2352075"/>
                </a:cubicBezTo>
                <a:cubicBezTo>
                  <a:pt x="4062222" y="2322387"/>
                  <a:pt x="4061035" y="2293292"/>
                  <a:pt x="4058660" y="2264792"/>
                </a:cubicBezTo>
                <a:lnTo>
                  <a:pt x="4028350" y="1897846"/>
                </a:lnTo>
                <a:cubicBezTo>
                  <a:pt x="4023581" y="1838470"/>
                  <a:pt x="4017036" y="1804032"/>
                  <a:pt x="4008714" y="1794532"/>
                </a:cubicBezTo>
                <a:cubicBezTo>
                  <a:pt x="4000392" y="1785032"/>
                  <a:pt x="3977212" y="1780282"/>
                  <a:pt x="3939174" y="1780282"/>
                </a:cubicBezTo>
                <a:close/>
                <a:moveTo>
                  <a:pt x="8803820" y="1732187"/>
                </a:moveTo>
                <a:cubicBezTo>
                  <a:pt x="8530690" y="1732187"/>
                  <a:pt x="8313670" y="1869346"/>
                  <a:pt x="8152761" y="2143664"/>
                </a:cubicBezTo>
                <a:cubicBezTo>
                  <a:pt x="7991851" y="2417982"/>
                  <a:pt x="7911396" y="2776615"/>
                  <a:pt x="7911396" y="3219561"/>
                </a:cubicBezTo>
                <a:cubicBezTo>
                  <a:pt x="7911396" y="3651820"/>
                  <a:pt x="7989773" y="4004515"/>
                  <a:pt x="8146526" y="4277645"/>
                </a:cubicBezTo>
                <a:cubicBezTo>
                  <a:pt x="8303279" y="4550776"/>
                  <a:pt x="8517627" y="4687341"/>
                  <a:pt x="8789570" y="4687341"/>
                </a:cubicBezTo>
                <a:cubicBezTo>
                  <a:pt x="9075764" y="4687341"/>
                  <a:pt x="9297534" y="4547510"/>
                  <a:pt x="9454881" y="4267848"/>
                </a:cubicBezTo>
                <a:cubicBezTo>
                  <a:pt x="9612228" y="3988186"/>
                  <a:pt x="9690902" y="3645288"/>
                  <a:pt x="9690902" y="3239155"/>
                </a:cubicBezTo>
                <a:cubicBezTo>
                  <a:pt x="9690902" y="2900711"/>
                  <a:pt x="9650526" y="2623424"/>
                  <a:pt x="9569774" y="2407295"/>
                </a:cubicBezTo>
                <a:cubicBezTo>
                  <a:pt x="9489022" y="2191165"/>
                  <a:pt x="9384817" y="2024615"/>
                  <a:pt x="9257158" y="1907644"/>
                </a:cubicBezTo>
                <a:cubicBezTo>
                  <a:pt x="9129500" y="1790673"/>
                  <a:pt x="8978387" y="1732187"/>
                  <a:pt x="8803820" y="1732187"/>
                </a:cubicBezTo>
                <a:close/>
                <a:moveTo>
                  <a:pt x="5117646" y="1732187"/>
                </a:moveTo>
                <a:cubicBezTo>
                  <a:pt x="4844515" y="1732187"/>
                  <a:pt x="4627495" y="1869346"/>
                  <a:pt x="4466586" y="2143664"/>
                </a:cubicBezTo>
                <a:cubicBezTo>
                  <a:pt x="4305676" y="2417982"/>
                  <a:pt x="4225222" y="2776615"/>
                  <a:pt x="4225222" y="3219561"/>
                </a:cubicBezTo>
                <a:cubicBezTo>
                  <a:pt x="4225222" y="3651820"/>
                  <a:pt x="4303598" y="4004515"/>
                  <a:pt x="4460351" y="4277645"/>
                </a:cubicBezTo>
                <a:cubicBezTo>
                  <a:pt x="4617105" y="4550776"/>
                  <a:pt x="4831453" y="4687341"/>
                  <a:pt x="5103396" y="4687341"/>
                </a:cubicBezTo>
                <a:cubicBezTo>
                  <a:pt x="5389590" y="4687341"/>
                  <a:pt x="5611360" y="4547510"/>
                  <a:pt x="5768707" y="4267848"/>
                </a:cubicBezTo>
                <a:cubicBezTo>
                  <a:pt x="5926054" y="3988186"/>
                  <a:pt x="6004727" y="3645288"/>
                  <a:pt x="6004727" y="3239155"/>
                </a:cubicBezTo>
                <a:cubicBezTo>
                  <a:pt x="6004727" y="2900711"/>
                  <a:pt x="5964352" y="2623424"/>
                  <a:pt x="5883600" y="2407295"/>
                </a:cubicBezTo>
                <a:cubicBezTo>
                  <a:pt x="5802848" y="2191165"/>
                  <a:pt x="5698642" y="2024615"/>
                  <a:pt x="5570984" y="1907644"/>
                </a:cubicBezTo>
                <a:cubicBezTo>
                  <a:pt x="5443326" y="1790673"/>
                  <a:pt x="5292212" y="1732187"/>
                  <a:pt x="5117646" y="17321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345C4C3-CBB6-E455-9471-53E221E7AC2C}"/>
              </a:ext>
            </a:extLst>
          </p:cNvPr>
          <p:cNvGrpSpPr/>
          <p:nvPr/>
        </p:nvGrpSpPr>
        <p:grpSpPr>
          <a:xfrm>
            <a:off x="7876679" y="-5120902"/>
            <a:ext cx="3642222" cy="4307136"/>
            <a:chOff x="8410805" y="2441384"/>
            <a:chExt cx="3642222" cy="4307136"/>
          </a:xfrm>
        </p:grpSpPr>
        <p:pic>
          <p:nvPicPr>
            <p:cNvPr id="26" name="Image 25" descr="Ensemble de distributeur automatique de billets réaliste isolé ou  distributeur automatique de billets de banque atm avec fente pour clavier  d'interface pour carte | Vecteur Premium">
              <a:extLst>
                <a:ext uri="{FF2B5EF4-FFF2-40B4-BE49-F238E27FC236}">
                  <a16:creationId xmlns:a16="http://schemas.microsoft.com/office/drawing/2014/main" id="{762B1DDC-5A56-B580-E3EF-1C2AE6770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0805" y="2441384"/>
              <a:ext cx="3642222" cy="4307136"/>
            </a:xfrm>
            <a:prstGeom prst="rect">
              <a:avLst/>
            </a:prstGeom>
          </p:spPr>
        </p:pic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6AC13674-27E2-44D7-BF24-67043E16F407}"/>
                </a:ext>
              </a:extLst>
            </p:cNvPr>
            <p:cNvSpPr/>
            <p:nvPr/>
          </p:nvSpPr>
          <p:spPr>
            <a:xfrm>
              <a:off x="9610814" y="2857549"/>
              <a:ext cx="1242203" cy="52322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7E1CAC71-C6B7-AF29-C18C-F9F32C5F947A}"/>
                </a:ext>
              </a:extLst>
            </p:cNvPr>
            <p:cNvSpPr txBox="1"/>
            <p:nvPr/>
          </p:nvSpPr>
          <p:spPr>
            <a:xfrm>
              <a:off x="9678838" y="2902240"/>
              <a:ext cx="1095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Bold" panose="020B0502040204020203" pitchFamily="34" charset="0"/>
                </a:rPr>
                <a:t>TOTO</a:t>
              </a:r>
            </a:p>
          </p:txBody>
        </p:sp>
      </p:grpSp>
      <p:pic>
        <p:nvPicPr>
          <p:cNvPr id="29" name="Image 28" descr="Fichier:Python-logo-notext.svg — Wikipédia">
            <a:extLst>
              <a:ext uri="{FF2B5EF4-FFF2-40B4-BE49-F238E27FC236}">
                <a16:creationId xmlns:a16="http://schemas.microsoft.com/office/drawing/2014/main" id="{4CC1AC50-1DE5-9FAC-9FD5-02EDB2B14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60390" y="2570445"/>
            <a:ext cx="1491294" cy="1500475"/>
          </a:xfrm>
          <a:prstGeom prst="rect">
            <a:avLst/>
          </a:prstGeom>
        </p:spPr>
      </p:pic>
      <p:pic>
        <p:nvPicPr>
          <p:cNvPr id="30" name="Image 29" descr="Comment utiliser JSON | QF-Test">
            <a:extLst>
              <a:ext uri="{FF2B5EF4-FFF2-40B4-BE49-F238E27FC236}">
                <a16:creationId xmlns:a16="http://schemas.microsoft.com/office/drawing/2014/main" id="{34E9E4F7-82E2-8B80-3295-40C7AFF02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63254" y="4781931"/>
            <a:ext cx="1633710" cy="16061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EBF2717-EBE0-47C3-4BBE-1346F55AB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0"/>
            <a:ext cx="7803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20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49AA0-119A-2B06-CFAA-AB8EB54B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280D61-CB7F-08D6-EC3E-F3C6AA9D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088267-26B3-C6AD-F694-F45A60D16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46" y="2441384"/>
            <a:ext cx="2087698" cy="1321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1800" dirty="0"/>
              <a:t>Collaborateurs: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 dirty="0"/>
              <a:t>Edgar L—M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 dirty="0"/>
              <a:t>Valentine 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 dirty="0"/>
              <a:t>Giulio 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086A5C9-8ED7-4CB6-5DEA-6E7358D9EA82}"/>
              </a:ext>
            </a:extLst>
          </p:cNvPr>
          <p:cNvSpPr txBox="1"/>
          <p:nvPr/>
        </p:nvSpPr>
        <p:spPr>
          <a:xfrm>
            <a:off x="838200" y="1506022"/>
            <a:ext cx="94084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DAB: </a:t>
            </a:r>
            <a:r>
              <a:rPr lang="fr-FR" i="1" u="sng" dirty="0"/>
              <a:t>Distributeur automatique de billet,</a:t>
            </a:r>
            <a:r>
              <a:rPr lang="fr-FR" dirty="0"/>
              <a:t> machine bancaire de transaction de billet de banque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43FEAA1-709A-F9AA-6028-E00C86618EB2}"/>
              </a:ext>
            </a:extLst>
          </p:cNvPr>
          <p:cNvSpPr txBox="1"/>
          <p:nvPr/>
        </p:nvSpPr>
        <p:spPr>
          <a:xfrm>
            <a:off x="366518" y="4226497"/>
            <a:ext cx="346847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u="sng" dirty="0"/>
              <a:t>Langages de programmation :</a:t>
            </a:r>
          </a:p>
          <a:p>
            <a:pPr marL="285750" indent="-285750">
              <a:buFont typeface="Calibri"/>
              <a:buChar char="-"/>
            </a:pPr>
            <a:r>
              <a:rPr lang="fr-FR" dirty="0"/>
              <a:t>Python (fonctionnement du système)</a:t>
            </a:r>
          </a:p>
          <a:p>
            <a:pPr marL="285750" indent="-285750">
              <a:buFont typeface="Calibri"/>
              <a:buChar char="-"/>
            </a:pPr>
            <a:endParaRPr lang="fr-FR" dirty="0"/>
          </a:p>
          <a:p>
            <a:pPr marL="285750" indent="-285750">
              <a:buFont typeface="Calibri"/>
              <a:buChar char="-"/>
            </a:pPr>
            <a:endParaRPr lang="fr-FR" dirty="0"/>
          </a:p>
          <a:p>
            <a:pPr marL="285750" indent="-285750">
              <a:buFont typeface="Calibri"/>
              <a:buChar char="-"/>
            </a:pPr>
            <a:r>
              <a:rPr lang="fr-FR" dirty="0"/>
              <a:t>JSON (structure de données)</a:t>
            </a:r>
          </a:p>
          <a:p>
            <a:r>
              <a:rPr lang="fr-FR" u="sng" dirty="0"/>
              <a:t>Langue de l’interface utilisateur :</a:t>
            </a:r>
            <a:endParaRPr lang="en-US" dirty="0"/>
          </a:p>
          <a:p>
            <a:pPr marL="285750" indent="-285750">
              <a:buFont typeface="Calibri,Sans-Serif"/>
              <a:buChar char="-"/>
            </a:pPr>
            <a:r>
              <a:rPr lang="fr-FR" dirty="0"/>
              <a:t>Anglais (traductions françaises)</a:t>
            </a:r>
          </a:p>
        </p:txBody>
      </p:sp>
      <p:pic>
        <p:nvPicPr>
          <p:cNvPr id="9" name="Image 8" descr="Fichier:Python-logo-notext.svg — Wikipédia">
            <a:extLst>
              <a:ext uri="{FF2B5EF4-FFF2-40B4-BE49-F238E27FC236}">
                <a16:creationId xmlns:a16="http://schemas.microsoft.com/office/drawing/2014/main" id="{EFCE9F18-CB74-1846-E1B0-C7C02BC0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876" y="2675221"/>
            <a:ext cx="1491294" cy="1500475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9B53792-ED42-4027-E22D-635A660D384C}"/>
              </a:ext>
            </a:extLst>
          </p:cNvPr>
          <p:cNvCxnSpPr>
            <a:cxnSpLocks/>
          </p:cNvCxnSpPr>
          <p:nvPr/>
        </p:nvCxnSpPr>
        <p:spPr>
          <a:xfrm flipV="1">
            <a:off x="4183270" y="3763084"/>
            <a:ext cx="1125330" cy="831868"/>
          </a:xfrm>
          <a:prstGeom prst="straightConnector1">
            <a:avLst/>
          </a:prstGeom>
          <a:ln>
            <a:solidFill>
              <a:srgbClr val="FFDC4E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 10" descr="Comment utiliser JSON | QF-Test">
            <a:extLst>
              <a:ext uri="{FF2B5EF4-FFF2-40B4-BE49-F238E27FC236}">
                <a16:creationId xmlns:a16="http://schemas.microsoft.com/office/drawing/2014/main" id="{B17978E5-101B-CFC5-3A52-3D5743882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012" y="4886707"/>
            <a:ext cx="1633710" cy="1606168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2615455-6BE9-D9A8-DD6A-356E0D14DDCC}"/>
              </a:ext>
            </a:extLst>
          </p:cNvPr>
          <p:cNvCxnSpPr>
            <a:cxnSpLocks/>
          </p:cNvCxnSpPr>
          <p:nvPr/>
        </p:nvCxnSpPr>
        <p:spPr>
          <a:xfrm>
            <a:off x="4183270" y="6401495"/>
            <a:ext cx="1222954" cy="0"/>
          </a:xfrm>
          <a:prstGeom prst="straightConnector1">
            <a:avLst/>
          </a:prstGeom>
          <a:ln>
            <a:solidFill>
              <a:srgbClr val="9777A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A85B85A-C401-459E-2C14-23714E17E6D1}"/>
              </a:ext>
            </a:extLst>
          </p:cNvPr>
          <p:cNvGrpSpPr/>
          <p:nvPr/>
        </p:nvGrpSpPr>
        <p:grpSpPr>
          <a:xfrm>
            <a:off x="8357009" y="2330986"/>
            <a:ext cx="3642222" cy="4307136"/>
            <a:chOff x="8410805" y="2441384"/>
            <a:chExt cx="3642222" cy="4307136"/>
          </a:xfrm>
        </p:grpSpPr>
        <p:pic>
          <p:nvPicPr>
            <p:cNvPr id="8" name="Image 7" descr="Ensemble de distributeur automatique de billets réaliste isolé ou  distributeur automatique de billets de banque atm avec fente pour clavier  d'interface pour carte | Vecteur Premium">
              <a:extLst>
                <a:ext uri="{FF2B5EF4-FFF2-40B4-BE49-F238E27FC236}">
                  <a16:creationId xmlns:a16="http://schemas.microsoft.com/office/drawing/2014/main" id="{628B5211-A716-B3FF-543C-3765E731B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10805" y="2441384"/>
              <a:ext cx="3642222" cy="4307136"/>
            </a:xfrm>
            <a:prstGeom prst="rect">
              <a:avLst/>
            </a:prstGeom>
          </p:spPr>
        </p:pic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6BE3D4F2-8E85-9AA4-C9B1-982E4E5755DB}"/>
                </a:ext>
              </a:extLst>
            </p:cNvPr>
            <p:cNvSpPr/>
            <p:nvPr/>
          </p:nvSpPr>
          <p:spPr>
            <a:xfrm>
              <a:off x="9610814" y="2857549"/>
              <a:ext cx="1242203" cy="52322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FDD98026-6B6C-5CAC-FD1D-051A7C302C26}"/>
                </a:ext>
              </a:extLst>
            </p:cNvPr>
            <p:cNvSpPr txBox="1"/>
            <p:nvPr/>
          </p:nvSpPr>
          <p:spPr>
            <a:xfrm>
              <a:off x="9678838" y="2902240"/>
              <a:ext cx="1095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Bold" panose="020B0502040204020203" pitchFamily="34" charset="0"/>
                </a:rPr>
                <a:t>TOTO</a:t>
              </a:r>
            </a:p>
          </p:txBody>
        </p:sp>
      </p:grpSp>
      <p:pic>
        <p:nvPicPr>
          <p:cNvPr id="19" name="Image 18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06C74CF1-25F2-9667-85C7-703477843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063" y="-3641590"/>
            <a:ext cx="4244937" cy="3311144"/>
          </a:xfrm>
          <a:prstGeom prst="rect">
            <a:avLst/>
          </a:prstGeom>
        </p:spPr>
      </p:pic>
      <p:pic>
        <p:nvPicPr>
          <p:cNvPr id="20" name="Image 19" descr="Une image contenant texte, capture d’écran, affichage&#10;&#10;Le contenu généré par l’IA peut être incorrect.">
            <a:extLst>
              <a:ext uri="{FF2B5EF4-FFF2-40B4-BE49-F238E27FC236}">
                <a16:creationId xmlns:a16="http://schemas.microsoft.com/office/drawing/2014/main" id="{E74B84F3-BF60-AA4F-82FF-7E5D045B4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359" y="7363571"/>
            <a:ext cx="6645811" cy="218260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22485FE-25A3-027D-07A6-66D6242717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830701" y="0"/>
            <a:ext cx="7803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05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B26D4B-21E2-5EB5-BD24-63D457D9A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Fonctionnement du code et Développement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298767-BBF6-A2BB-850D-73E7B2D16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802" y="1825625"/>
            <a:ext cx="4245166" cy="252437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/>
              <a:t>Fichier principal,19 fonctions python: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fr-FR" dirty="0"/>
              <a:t>1 principale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fr-FR" dirty="0"/>
              <a:t>1 secondaire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fr-FR" dirty="0"/>
              <a:t>4 de vérifications d'identité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fr-FR" dirty="0"/>
              <a:t>12 de fonctionnement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fr-FR" dirty="0"/>
              <a:t>1 de chargement des données</a:t>
            </a:r>
          </a:p>
          <a:p>
            <a:pPr>
              <a:buFont typeface="Calibri" panose="020B0604020202020204" pitchFamily="34" charset="0"/>
              <a:buChar char="-"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4CBBD1D-1FAF-5797-A64A-23B1AB2F8D18}"/>
              </a:ext>
            </a:extLst>
          </p:cNvPr>
          <p:cNvSpPr txBox="1"/>
          <p:nvPr/>
        </p:nvSpPr>
        <p:spPr>
          <a:xfrm>
            <a:off x="4446739" y="1713776"/>
            <a:ext cx="330322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dirty="0"/>
              <a:t>Fichier d'outils:</a:t>
            </a:r>
          </a:p>
          <a:p>
            <a:r>
              <a:rPr lang="fr-FR" sz="2400" dirty="0"/>
              <a:t>-1 fonction de lecture</a:t>
            </a:r>
          </a:p>
          <a:p>
            <a:r>
              <a:rPr lang="fr-FR" sz="2400" dirty="0"/>
              <a:t>-1 fonction d’écriture</a:t>
            </a:r>
          </a:p>
          <a:p>
            <a:r>
              <a:rPr lang="fr-FR" sz="2400" dirty="0"/>
              <a:t>-1 fichier de données</a:t>
            </a:r>
          </a:p>
        </p:txBody>
      </p:sp>
      <p:pic>
        <p:nvPicPr>
          <p:cNvPr id="7" name="Image 6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7E15DBD5-10EC-A023-143B-F9EA9BA83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784" y="1139957"/>
            <a:ext cx="4244937" cy="3311144"/>
          </a:xfrm>
          <a:prstGeom prst="rect">
            <a:avLst/>
          </a:prstGeom>
        </p:spPr>
      </p:pic>
      <p:pic>
        <p:nvPicPr>
          <p:cNvPr id="8" name="Image 7" descr="Une image contenant texte, capture d’écran, affichage&#10;&#10;Le contenu généré par l’IA peut être incorrect.">
            <a:extLst>
              <a:ext uri="{FF2B5EF4-FFF2-40B4-BE49-F238E27FC236}">
                <a16:creationId xmlns:a16="http://schemas.microsoft.com/office/drawing/2014/main" id="{C83804B2-F427-7ED7-29CC-4D4B4C77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52" y="4348276"/>
            <a:ext cx="6645811" cy="2182603"/>
          </a:xfrm>
          <a:prstGeom prst="rect">
            <a:avLst/>
          </a:prstGeom>
        </p:spPr>
      </p:pic>
      <p:pic>
        <p:nvPicPr>
          <p:cNvPr id="5" name="Image 4" descr="Fichier:Python-logo-notext.svg — Wikipédia">
            <a:extLst>
              <a:ext uri="{FF2B5EF4-FFF2-40B4-BE49-F238E27FC236}">
                <a16:creationId xmlns:a16="http://schemas.microsoft.com/office/drawing/2014/main" id="{93BF8274-2571-C537-47EE-B33772955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2550" y="2678762"/>
            <a:ext cx="1491294" cy="1500475"/>
          </a:xfrm>
          <a:prstGeom prst="rect">
            <a:avLst/>
          </a:prstGeom>
        </p:spPr>
      </p:pic>
      <p:pic>
        <p:nvPicPr>
          <p:cNvPr id="6" name="Image 5" descr="Comment utiliser JSON | QF-Test">
            <a:extLst>
              <a:ext uri="{FF2B5EF4-FFF2-40B4-BE49-F238E27FC236}">
                <a16:creationId xmlns:a16="http://schemas.microsoft.com/office/drawing/2014/main" id="{1D593EF6-B6FC-7D1B-73FB-A2D992151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9686" y="4890248"/>
            <a:ext cx="1633710" cy="1606168"/>
          </a:xfrm>
          <a:prstGeom prst="rect">
            <a:avLst/>
          </a:prstGeom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511A2D5D-D648-EFE5-2DA3-8196CF59C148}"/>
              </a:ext>
            </a:extLst>
          </p:cNvPr>
          <p:cNvGrpSpPr/>
          <p:nvPr/>
        </p:nvGrpSpPr>
        <p:grpSpPr>
          <a:xfrm>
            <a:off x="-4260249" y="2297533"/>
            <a:ext cx="3642222" cy="4307136"/>
            <a:chOff x="8410805" y="2441384"/>
            <a:chExt cx="3642222" cy="4307136"/>
          </a:xfrm>
        </p:grpSpPr>
        <p:pic>
          <p:nvPicPr>
            <p:cNvPr id="10" name="Image 9" descr="Ensemble de distributeur automatique de billets réaliste isolé ou  distributeur automatique de billets de banque atm avec fente pour clavier  d'interface pour carte | Vecteur Premium">
              <a:extLst>
                <a:ext uri="{FF2B5EF4-FFF2-40B4-BE49-F238E27FC236}">
                  <a16:creationId xmlns:a16="http://schemas.microsoft.com/office/drawing/2014/main" id="{23280314-5277-16AA-A2E6-003AED62C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10805" y="2441384"/>
              <a:ext cx="3642222" cy="4307136"/>
            </a:xfrm>
            <a:prstGeom prst="rect">
              <a:avLst/>
            </a:prstGeom>
          </p:spPr>
        </p:pic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B56EA664-0B40-ADF1-421A-B3E320DF3E1E}"/>
                </a:ext>
              </a:extLst>
            </p:cNvPr>
            <p:cNvSpPr/>
            <p:nvPr/>
          </p:nvSpPr>
          <p:spPr>
            <a:xfrm>
              <a:off x="9610814" y="2857549"/>
              <a:ext cx="1242203" cy="52322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291C034-1B72-775F-AC2A-62151046F3FD}"/>
                </a:ext>
              </a:extLst>
            </p:cNvPr>
            <p:cNvSpPr txBox="1"/>
            <p:nvPr/>
          </p:nvSpPr>
          <p:spPr>
            <a:xfrm>
              <a:off x="9678838" y="2902240"/>
              <a:ext cx="1095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ahnschrift SemiBold" panose="020B0502040204020203" pitchFamily="34" charset="0"/>
                </a:rPr>
                <a:t>TOTO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1210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4FED2F-7370-85A7-5F1B-EC7860997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Bernard MT Condensed" panose="02050806060905020404" pitchFamily="18" charset="0"/>
              </a:rPr>
              <a:t>Comment l'utiliser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45E22D-E654-CD64-ABA3-FDBAE7B96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1044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 sz="3200" dirty="0">
                <a:latin typeface="Agency FB" panose="020B0503020202020204" pitchFamily="34" charset="0"/>
              </a:rPr>
              <a:t>Pas de système graphique =&gt; utilisation du terminal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3200" dirty="0">
                <a:latin typeface="Agency FB" panose="020B0503020202020204" pitchFamily="34" charset="0"/>
              </a:rPr>
              <a:t>Etape et fonctionnement:</a:t>
            </a:r>
            <a:endParaRPr lang="en-US" sz="3200" dirty="0">
              <a:latin typeface="Agency FB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3200" dirty="0">
                <a:latin typeface="Agency FB" panose="020B0503020202020204" pitchFamily="34" charset="0"/>
              </a:rPr>
              <a:t>1) Se connecter</a:t>
            </a:r>
            <a:endParaRPr lang="en-US" sz="3200" dirty="0">
              <a:latin typeface="Agency FB" panose="020B0503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3200" dirty="0">
                <a:latin typeface="Agency FB" panose="020B0503020202020204" pitchFamily="34" charset="0"/>
              </a:rPr>
              <a:t>2)Sélectionner quoi faire</a:t>
            </a:r>
            <a:endParaRPr lang="en-US" sz="3200" dirty="0">
              <a:latin typeface="Agency FB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dirty="0">
                <a:latin typeface="Agency FB" panose="020B0503020202020204" pitchFamily="34" charset="0"/>
              </a:rPr>
              <a:t>retrait</a:t>
            </a:r>
            <a:endParaRPr lang="en-US" sz="3200" dirty="0">
              <a:latin typeface="Agency FB" panose="020B0503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dirty="0">
                <a:latin typeface="Agency FB" panose="020B0503020202020204" pitchFamily="34" charset="0"/>
              </a:rPr>
              <a:t>virement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Agency FB" panose="020B0503020202020204" pitchFamily="34" charset="0"/>
              </a:rPr>
              <a:t>dépôt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Agency FB" panose="020B0503020202020204" pitchFamily="34" charset="0"/>
              </a:rPr>
              <a:t>consultation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dirty="0">
                <a:latin typeface="Agency FB" panose="020B0503020202020204" pitchFamily="34" charset="0"/>
              </a:rPr>
              <a:t>déconnection</a:t>
            </a:r>
            <a:endParaRPr lang="en-US" sz="3200" dirty="0">
              <a:latin typeface="Agency FB" panose="020B0503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lphaLcParenR"/>
            </a:pPr>
            <a:r>
              <a:rPr lang="fr-FR" sz="3200" dirty="0">
                <a:latin typeface="Agency FB" panose="020B0503020202020204" pitchFamily="34" charset="0"/>
              </a:rPr>
              <a:t>Retrait: montant =&gt; solde suffisant/ ou pas =&gt; choix décomposition =&gt; retrait</a:t>
            </a:r>
            <a:endParaRPr lang="en-US" sz="3200" dirty="0">
              <a:latin typeface="Agency FB" panose="020B0503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lphaLcParenR"/>
            </a:pPr>
            <a:r>
              <a:rPr lang="fr-FR" sz="3200" dirty="0">
                <a:latin typeface="Agency FB" panose="020B0503020202020204" pitchFamily="34" charset="0"/>
              </a:rPr>
              <a:t>Virement: montant =&gt; personne =&gt; solde suffisant =&gt; virement</a:t>
            </a:r>
          </a:p>
          <a:p>
            <a:endParaRPr lang="fr-FR" dirty="0"/>
          </a:p>
        </p:txBody>
      </p:sp>
      <p:pic>
        <p:nvPicPr>
          <p:cNvPr id="4" name="Image 3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A90254E3-BE39-C91A-BAC6-E4019A1E8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063" y="7235957"/>
            <a:ext cx="4244937" cy="3311144"/>
          </a:xfrm>
          <a:prstGeom prst="rect">
            <a:avLst/>
          </a:prstGeom>
        </p:spPr>
      </p:pic>
      <p:pic>
        <p:nvPicPr>
          <p:cNvPr id="5" name="Image 4" descr="Une image contenant texte, capture d’écran, affichage&#10;&#10;Le contenu généré par l’IA peut être incorrect.">
            <a:extLst>
              <a:ext uri="{FF2B5EF4-FFF2-40B4-BE49-F238E27FC236}">
                <a16:creationId xmlns:a16="http://schemas.microsoft.com/office/drawing/2014/main" id="{E80CBC34-6496-3567-9690-64378BCBF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52" y="-3251613"/>
            <a:ext cx="6645811" cy="218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79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erci Pour Votre Attention GIF - Merci Pour Votre Attention - Discover &amp;  Share GIFs">
            <a:extLst>
              <a:ext uri="{FF2B5EF4-FFF2-40B4-BE49-F238E27FC236}">
                <a16:creationId xmlns:a16="http://schemas.microsoft.com/office/drawing/2014/main" id="{985D0F3E-D8A3-4D91-0012-B8E90223A8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3"/>
          <a:stretch>
            <a:fillRect/>
          </a:stretch>
        </p:blipFill>
        <p:spPr bwMode="auto">
          <a:xfrm>
            <a:off x="838200" y="0"/>
            <a:ext cx="105155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4681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181</Words>
  <Application>Microsoft Office PowerPoint</Application>
  <PresentationFormat>Grand écran</PresentationFormat>
  <Paragraphs>51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7" baseType="lpstr">
      <vt:lpstr>Agency FB</vt:lpstr>
      <vt:lpstr>Aptos</vt:lpstr>
      <vt:lpstr>Aptos Display</vt:lpstr>
      <vt:lpstr>Arial</vt:lpstr>
      <vt:lpstr>Arial Nova Light</vt:lpstr>
      <vt:lpstr>Bahnschrift SemiBold</vt:lpstr>
      <vt:lpstr>Bernard MT Condensed</vt:lpstr>
      <vt:lpstr>Calibri</vt:lpstr>
      <vt:lpstr>Calibri,Sans-Serif</vt:lpstr>
      <vt:lpstr>Courier New</vt:lpstr>
      <vt:lpstr>Thème Office</vt:lpstr>
      <vt:lpstr>Présentation PowerPoint</vt:lpstr>
      <vt:lpstr>Sommaire</vt:lpstr>
      <vt:lpstr>Présentation du projet</vt:lpstr>
      <vt:lpstr>Fonctionnement du code et Développement </vt:lpstr>
      <vt:lpstr>Comment l'utiliser ?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Valentine MALAVASI</dc:creator>
  <cp:lastModifiedBy>malavasi</cp:lastModifiedBy>
  <cp:revision>342</cp:revision>
  <dcterms:created xsi:type="dcterms:W3CDTF">2025-11-16T10:39:01Z</dcterms:created>
  <dcterms:modified xsi:type="dcterms:W3CDTF">2025-11-25T14:45:46Z</dcterms:modified>
</cp:coreProperties>
</file>